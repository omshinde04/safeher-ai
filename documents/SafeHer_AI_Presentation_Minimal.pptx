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C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22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SAFEHER AI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22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SAFEHER AI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SafeHer AI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Women Safety System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017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A web-based platform that puts a one-press SOS alert, live location, trusted contacts, an AI safety assistant, safety check-ins and safe routes in one place.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8B7650"/>
                </a:solidFill>
              </a:rPr>
              <a:t>LIVE DEMO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297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safeher-ai-27w9.onrender.com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Women’s safety in India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NFHS-5 survey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Women aged 15–49 report mental, physical, sexual and domestic harassment.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NCRB records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The bureau has tracked crimes against women since 1986 and publishes the data.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Government initiatives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Nirbhaya Fund, One Stop Centre Scheme and a national database on sexual offenders.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Smartphones as a tool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Phones are always carried and have GPS and messaging, so they can bring help quickly.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650"/>
                </a:solidFill>
              </a:rPr>
              <a:t>Source: papers reviewed (IJNRD 2023, IJST 2023, IJIRCT 2024).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Women often feel unsafe travelling alone, especially at night.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Asking for help takes several steps when every second counts.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Many apps only send a message that contacts may read late.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Without a record, incidents are hard to follow up.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A single, fast, easy tool is needed.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868680"/>
            <a:ext cx="2926080" cy="3657600"/>
          </a:xfrm>
          <a:prstGeom prst="rect">
            <a:avLst/>
          </a:prstGeom>
          <a:solidFill>
            <a:srgbClr val="D0C6B6"/>
          </a:solidFill>
          <a:ln w="12700">
            <a:solidFill>
              <a:srgbClr val="D0C6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09728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second counts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 goal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Deliver help quickly through a simple, safe and easy-to-use web platform.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Supporting objectives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17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One-press SOS with a cancel window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Share location and a ready message with contacts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Check in during a journey and escalate on silence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AI guidance in English, Marathi and Hindi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Works in any browser, with user data secured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2926080" cy="3657600"/>
          </a:xfrm>
          <a:prstGeom prst="rect">
            <a:avLst/>
          </a:prstGeom>
          <a:solidFill>
            <a:srgbClr val="D0C6B6"/>
          </a:solidFill>
          <a:ln w="12700">
            <a:solidFill>
              <a:srgbClr val="D0C6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109728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Fast. Simple. Secure.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Papers reviewed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Platform and technology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315"/>
                          </a:solidFill>
                        </a:rPr>
                        <a:t>Durga (IJNRD, 2023)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315"/>
                          </a:solidFill>
                        </a:rPr>
                        <a:t>Android, Kotlin, XML, Firebase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315"/>
                          </a:solidFill>
                        </a:rPr>
                        <a:t>Voice command or SOS key, audio recording, safe zone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315"/>
                          </a:solidFill>
                        </a:rPr>
                        <a:t>Android-Based Woman Safety App (IJST, 2023)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315"/>
                          </a:solidFill>
                        </a:rPr>
                        <a:t>Android, Kotlin, Google Maps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315"/>
                          </a:solidFill>
                        </a:rPr>
                        <a:t>Nearest police station, one-tap call, WhatsApp 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315"/>
                          </a:solidFill>
                        </a:rPr>
                        <a:t>SHAKE2Safety (IJIRCT, 2024)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315"/>
                          </a:solidFill>
                        </a:rPr>
                        <a:t>Android, Java, XML, SQL, Firebase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315"/>
                          </a:solidFill>
                        </a:rPr>
                        <a:t>Shake phone to send GPS location by SMS to contacts and police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650"/>
                </a:solidFill>
              </a:rPr>
              <a:t>All three are native Android apps. SafeHer AI is built as a web app.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1: Durga (Android)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Activated by voice command or SOS key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Location alert every five minutes until turned off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Audio recording kept as evidence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Continuous tracking, safe zone, offline mode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and technology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Kotlin, XML, Firebase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Waterfall development model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Modules: registration, login, shake-to-locate, capture image and audio, safe route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2: Woman Safety App (IJST)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Nearest police station via the Haversine formula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Colour signal: green under 4 km, yellow 4–8 km, red over 8 km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One-tap call to police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Message and location as WhatsApp status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Evaluation and limits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Tested in Guwahati and Vadodara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Survey of 39 students: 76.9% of women believe technology can make them safe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53.8% think an SOS app can reduce crime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Needs internet; unusable if the phone cannot be operated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3: SHAKE2Safety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Shake the phone to send GPS location to contacts and authorities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Voice recognition and real-time monitoring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Self-defense resources and community support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Separate sections for user and guardian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and technology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Java, XML, SQL, Firebase, Google Maps 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MVC architecture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AES and RSA encryption, hash table, priority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Future scope: AI threat prediction, video streaming, wearables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Other existing systems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Women Safety Thread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Conductive thread in clothing; if the circuit breaks, an alert and location go to saved numbers.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Sakhi-Savior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One click or three shakes sends location to contacts and the nearest police station.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GoFearless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Panic, Cautious and Update buttons, nearby police station location and a crisis line.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Alert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Shake detector, SOS alerts and last known location; compares Circle of 6, bSafe and Safetipin.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Comparison with existing systems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554480"/>
                <a:gridCol w="15544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Durga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Sarma et al.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SHAKE2Safety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SafeHer 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One-press SOS + location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Shake / voice trigger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Planned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Police contact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Station search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Nearest + 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Alerts authorities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Call 112 / 1091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WhatsApp sharing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Safe route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Evidence recording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Audio + image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Planned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AI assistant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Safety check-in timer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315"/>
                          </a:solidFill>
                        </a:rPr>
                        <a:t>Platform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Android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Android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Android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315"/>
                          </a:solidFill>
                        </a:rPr>
                        <a:t>Web, any device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663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650"/>
                </a:solidFill>
              </a:rPr>
              <a:t>Based on the features each paper describes.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RESEARCH GAPS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gaps are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650"/>
                </a:solidFill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Message-only alerts may be read too late.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554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650"/>
                </a:solidFill>
              </a:rPr>
              <a:t>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Nothing asks “are you safe?” and escalates on silence.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554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650"/>
                </a:solidFill>
              </a:rPr>
              <a:t>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No guidance on what to do in a risky situation.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554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650"/>
                </a:solidFill>
              </a:rPr>
              <a:t>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Native apps need installation and exclude other devices.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554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650"/>
                </a:solidFill>
              </a:rPr>
              <a:t>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Users want support in more than one language.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657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7650"/>
                </a:solidFill>
              </a:rPr>
              <a:t>Key Insight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A2315"/>
                </a:solidFill>
              </a:rPr>
              <a:t>Existing apps wait for a button press. SafeHer AI also checks in, guides and works in any browser.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PROPOSED SYSTEM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SafeHer AI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315"/>
                </a:solidFill>
              </a:rPr>
              <a:t>One browser-based tool that combines instant alerts, guidance and monitoring.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press to start SOS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trusted contacts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languages: EN, MR, HI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2315"/>
                </a:solidFill>
              </a:rPr>
              <a:t>installs needed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SOS alert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One press sends location and message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countdown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011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Cancel window of 0–15 seconds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Trusted contacts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011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Up to 5 guardians per user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011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Safety advice in EN, MR, HI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Safety check-in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4747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Timer, then “Are you safe?”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 route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4747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Walking route and trip sharing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Battery alert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4747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Warns guardians at low battery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SOS history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4747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Log of every alert sent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194560" cy="1280160"/>
          </a:xfrm>
          <a:prstGeom prst="rect">
            <a:avLst/>
          </a:prstGeom>
          <a:solidFill>
            <a:srgbClr val="EFE8DA"/>
          </a:solidFill>
          <a:ln w="12700">
            <a:solidFill>
              <a:srgbClr val="EFE8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315"/>
                </a:solidFill>
              </a:rPr>
              <a:t>User 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2315"/>
                </a:solidFill>
              </a:rPr>
              <a:t>HTML, CSS, JavaScript, location and battery access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194560" cy="1280160"/>
          </a:xfrm>
          <a:prstGeom prst="rect">
            <a:avLst/>
          </a:prstGeom>
          <a:solidFill>
            <a:srgbClr val="8B7650"/>
          </a:solidFill>
          <a:ln w="12700">
            <a:solidFill>
              <a:srgbClr val="8B76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91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Flask server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Login, SOS, assistant and check-in APIs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2194560" cy="1280160"/>
          </a:xfrm>
          <a:prstGeom prst="rect">
            <a:avLst/>
          </a:prstGeom>
          <a:solidFill>
            <a:srgbClr val="EFE8DA"/>
          </a:solidFill>
          <a:ln w="12700">
            <a:solidFill>
              <a:srgbClr val="EFE8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91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315"/>
                </a:solidFill>
              </a:rPr>
              <a:t>SQLite database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2315"/>
                </a:solidFill>
              </a:rPr>
              <a:t>Users, contacts, SOS events, check-ins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685800" cy="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15000" y="2286000"/>
            <a:ext cx="685800" cy="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3566160"/>
            <a:ext cx="2194560" cy="914400"/>
          </a:xfrm>
          <a:prstGeom prst="rect">
            <a:avLst/>
          </a:prstGeom>
          <a:solidFill>
            <a:srgbClr val="D0C6B6"/>
          </a:solidFill>
          <a:ln w="12700">
            <a:solidFill>
              <a:srgbClr val="D0C6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315"/>
                </a:solidFill>
              </a:rPr>
              <a:t>Map services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2315"/>
                </a:solidFill>
              </a:rPr>
              <a:t>OpenStreetMap, OSRM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0" y="3566160"/>
            <a:ext cx="2194560" cy="914400"/>
          </a:xfrm>
          <a:prstGeom prst="rect">
            <a:avLst/>
          </a:prstGeom>
          <a:solidFill>
            <a:srgbClr val="D0C6B6"/>
          </a:solidFill>
          <a:ln w="12700">
            <a:solidFill>
              <a:srgbClr val="D0C6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315"/>
                </a:solidFill>
              </a:rPr>
              <a:t>External services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2315"/>
                </a:solidFill>
              </a:rPr>
              <a:t>Gemini AI, SMTP email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3566160"/>
            <a:ext cx="2194560" cy="914400"/>
          </a:xfrm>
          <a:prstGeom prst="rect">
            <a:avLst/>
          </a:prstGeom>
          <a:solidFill>
            <a:srgbClr val="D0C6B6"/>
          </a:solidFill>
          <a:ln w="12700">
            <a:solidFill>
              <a:srgbClr val="D0C6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315"/>
                </a:solidFill>
              </a:rPr>
              <a:t>Contacts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2315"/>
                </a:solidFill>
              </a:rPr>
              <a:t>WhatsApp, SMS, call, email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600200" y="3520440"/>
            <a:ext cx="0" cy="-54864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2971800"/>
            <a:ext cx="0" cy="54864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43800" y="2971800"/>
            <a:ext cx="0" cy="54864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6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2315"/>
                          </a:solidFill>
                        </a:rPr>
                        <a:t>Frontend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315"/>
                          </a:solidFill>
                        </a:rPr>
                        <a:t>HTML, CSS, JavaScript, responsive design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2315"/>
                          </a:solidFill>
                        </a:rPr>
                        <a:t>Backend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315"/>
                          </a:solidFill>
                        </a:rPr>
                        <a:t>Python, Flask, Gunicorn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2315"/>
                          </a:solidFill>
                        </a:rPr>
                        <a:t>Database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315"/>
                          </a:solidFill>
                        </a:rPr>
                        <a:t>SQLite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2315"/>
                          </a:solidFill>
                        </a:rPr>
                        <a:t>AI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315"/>
                          </a:solidFill>
                        </a:rPr>
                        <a:t>Google Gemini API, with built-in tips as fallback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2315"/>
                          </a:solidFill>
                        </a:rPr>
                        <a:t>Maps and routing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315"/>
                          </a:solidFill>
                        </a:rPr>
                        <a:t>Leaflet, OpenStreetMap, OSRM, Nominatim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2315"/>
                          </a:solidFill>
                        </a:rPr>
                        <a:t>Alerts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315"/>
                          </a:solidFill>
                        </a:rPr>
                        <a:t>SMTP email, WhatsApp and SMS links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2315"/>
                          </a:solidFill>
                        </a:rPr>
                        <a:t>Hosting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315"/>
                          </a:solidFill>
                        </a:rPr>
                        <a:t>GitHub and Render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SOS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508760" cy="822960"/>
          </a:xfrm>
          <a:prstGeom prst="homePlate">
            <a:avLst/>
          </a:prstGeom>
          <a:solidFill>
            <a:srgbClr val="8B76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Press SOS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34440" y="2514600"/>
            <a:ext cx="0" cy="36576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029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Single tap on the home screen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74520" y="1645920"/>
            <a:ext cx="1508760" cy="822960"/>
          </a:xfrm>
          <a:prstGeom prst="chevron">
            <a:avLst/>
          </a:prstGeom>
          <a:solidFill>
            <a:srgbClr val="9A87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Countdown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2514600"/>
            <a:ext cx="0" cy="36576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8745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Cancel within seconds if accidental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645920"/>
            <a:ext cx="1508760" cy="822960"/>
          </a:xfrm>
          <a:prstGeom prst="chevron">
            <a:avLst/>
          </a:prstGeom>
          <a:solidFill>
            <a:srgbClr val="A392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Locate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514600"/>
            <a:ext cx="0" cy="36576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2461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GPS location and battery are read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1645920"/>
            <a:ext cx="1508760" cy="822960"/>
          </a:xfrm>
          <a:prstGeom prst="chevron">
            <a:avLst/>
          </a:prstGeom>
          <a:solidFill>
            <a:srgbClr val="B1A2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Notify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49240" y="2514600"/>
            <a:ext cx="0" cy="36576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6177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Email sent, alert saved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1645920"/>
            <a:ext cx="1508760" cy="822960"/>
          </a:xfrm>
          <a:prstGeom prst="chevron">
            <a:avLst/>
          </a:prstGeom>
          <a:solidFill>
            <a:srgbClr val="C0B4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Share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2514600"/>
            <a:ext cx="0" cy="36576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9893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WhatsApp, SMS and call buttons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60920" y="1645920"/>
            <a:ext cx="1508760" cy="822960"/>
          </a:xfrm>
          <a:prstGeom prst="chevron">
            <a:avLst/>
          </a:prstGeom>
          <a:solidFill>
            <a:srgbClr val="D0C6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Record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92440" y="2514600"/>
            <a:ext cx="0" cy="365760"/>
          </a:xfrm>
          <a:prstGeom prst="line">
            <a:avLst/>
          </a:prstGeom>
          <a:noFill/>
          <a:ln w="19050">
            <a:solidFill>
              <a:srgbClr val="8B765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3609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315"/>
                </a:solidFill>
              </a:rPr>
              <a:t>Event logged in history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7650"/>
                </a:solidFill>
              </a:rPr>
              <a:t>The result screen also lets the user call 112 or the women helpline 1091 directly.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assistant and safety check-in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safety assistant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Powered by Google Gemini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Replies in English, Marathi or Hindi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Short, step-by-step advice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Reminds the user to call 112 or 1091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Built-in tips if the AI is unavailable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Safety check-in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User sets a timer for the journey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At the end: “Are you safe?”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30 seconds to answer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“I need help” or no answer triggers an SOS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Every check-in is logged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 route and low-battery alert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 route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Starts from the current location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Search any destination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Walking route with distance and time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Late-night reminder to share the trip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Share trip on WhatsApp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Low-battery alert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Reads the device battery level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At 15% or less, not charging, a banner appears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One tap sends location to guardians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A2315"/>
                </a:solidFill>
              </a:rPr>
              <a:t>Works on Chrome and Android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and privacy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data is protected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Passwords stored only as salted hashes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CSRF token on every form and API request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HttpOnly, SameSite, HTTPS-only cookies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Server-side validation of all inputs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API keys kept in environment variables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Location shared only when an alert or share is triggered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868680"/>
            <a:ext cx="2926080" cy="3657600"/>
          </a:xfrm>
          <a:prstGeom prst="rect">
            <a:avLst/>
          </a:prstGeom>
          <a:solidFill>
            <a:srgbClr val="D0C6B6"/>
          </a:solidFill>
          <a:ln w="12700">
            <a:solidFill>
              <a:srgbClr val="D0C6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09728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first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Deployment and testing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Code on GitHub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Hosted on Render, free tier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Live: safeher-ai-27w9.onrender.com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Works on phone and computer browsers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End-to-end tests passed: signup, contacts, SOS, assistant, check-in, history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Live SOS tested with real location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Timestamps in Indian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Requests without a security token are rejected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WAY FORWARD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40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Limitations, future scope, 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Check-in timer needs the tab open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Battery API: Chrome and Android only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Free hosting can reset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Automatic SMS needs a paid gateway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01168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Shake and voice SOS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Nearest police station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Audio and video evidence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Twilio SMS, PostgreSQL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2315"/>
                </a:solidFill>
              </a:rPr>
              <a:t>Marathi interface, Android app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6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01168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SafeHer AI joins SOS, location, contacts, AI guidance and check-ins in one browser tool. It supports, but does not replace, 112 and 1091.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231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650"/>
                </a:solidFill>
              </a:rPr>
              <a:t>SAFEHER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3A231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38404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8B7650"/>
                </a:solidFill>
              </a:rPr>
              <a:t>QUESTIONS?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42062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A2315"/>
                </a:solidFill>
              </a:rPr>
              <a:t>safeher-ai-27w9.onrender.com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HerMinimal">
  <a:themeElements>
    <a:clrScheme name="SafeHerMinimal">
      <a:dk1>
        <a:srgbClr val="3A2315"/>
      </a:dk1>
      <a:lt1>
        <a:srgbClr val="FFFFFF"/>
      </a:lt1>
      <a:dk2>
        <a:srgbClr val="8B7650"/>
      </a:dk2>
      <a:lt2>
        <a:srgbClr val="FAF7F0"/>
      </a:lt2>
      <a:accent1>
        <a:srgbClr val="8B7650"/>
      </a:accent1>
      <a:accent2>
        <a:srgbClr val="A39275"/>
      </a:accent2>
      <a:accent3>
        <a:srgbClr val="B8AA94"/>
      </a:accent3>
      <a:accent4>
        <a:srgbClr val="D0C6B6"/>
      </a:accent4>
      <a:accent5>
        <a:srgbClr val="EFE8DA"/>
      </a:accent5>
      <a:accent6>
        <a:srgbClr val="3A2315"/>
      </a:accent6>
      <a:hlink>
        <a:srgbClr val="8B7650"/>
      </a:hlink>
      <a:folHlink>
        <a:srgbClr val="A39275"/>
      </a:folHlink>
    </a:clrScheme>
    <a:fontScheme name="SafeHerMinimal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SafeHer AI</dc:title>
  <dc:subject>PptxGenJS Presentation</dc:subject>
  <dc:creator>PptxGenJS</dc:creator>
  <cp:lastModifiedBy>PptxGenJS</cp:lastModifiedBy>
  <cp:revision>1</cp:revision>
  <dcterms:created xsi:type="dcterms:W3CDTF">2026-10-16T08:23:33Z</dcterms:created>
  <dcterms:modified xsi:type="dcterms:W3CDTF">2026-10-16T08:23:33Z</dcterms:modified>
</cp:coreProperties>
</file>